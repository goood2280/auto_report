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8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6DE6E0-0A01-EB2C-4298-73CDB0060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8880" y="2416175"/>
            <a:ext cx="7772400" cy="1470025"/>
          </a:xfrm>
        </p:spPr>
        <p:txBody>
          <a:bodyPr/>
          <a:lstStyle/>
          <a:p>
            <a:r>
              <a:rPr lang="ko-KR" altLang="en-US" dirty="0"/>
              <a:t>테스트</a:t>
            </a:r>
          </a:p>
        </p:txBody>
      </p:sp>
    </p:spTree>
    <p:extLst>
      <p:ext uri="{BB962C8B-B14F-4D97-AF65-F5344CB8AC3E}">
        <p14:creationId xmlns:p14="http://schemas.microsoft.com/office/powerpoint/2010/main" val="1808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테스트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livekey7477</cp:lastModifiedBy>
  <cp:revision>2</cp:revision>
  <dcterms:created xsi:type="dcterms:W3CDTF">2013-01-27T09:14:16Z</dcterms:created>
  <dcterms:modified xsi:type="dcterms:W3CDTF">2026-06-29T21:24:43Z</dcterms:modified>
  <cp:category/>
</cp:coreProperties>
</file>