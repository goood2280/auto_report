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VEHICLE_A Auto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0574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CBD5E1"/>
                </a:solidFill>
                <a:latin typeface="Arial"/>
              </a:defRPr>
            </a:pPr>
            <a:r>
              <a:t>LOT001 | STEP001 | PRODUCT_NAME_A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440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5E7EB"/>
                </a:solidFill>
                <a:latin typeface="Arial"/>
              </a:defRPr>
            </a:pPr>
            <a:r>
              <a:t>2026-06-18 16:05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43000" cy="4572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04088"/>
            <a:ext cx="9509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Arial"/>
              </a:defRPr>
            </a:pPr>
            <a:r>
              <a:t>Lot LOT001 / Root LOT00 / Step STEP001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234440"/>
            <a:ext cx="324612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Arial"/>
              </a:defRPr>
            </a:pPr>
            <a:r>
              <a:t>Measured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700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4612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Arial"/>
              </a:defRPr>
            </a:pPr>
            <a:r>
              <a:t>Wafers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1700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34440"/>
            <a:ext cx="324612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14173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B7280"/>
                </a:solidFill>
                <a:latin typeface="Arial"/>
              </a:defRPr>
            </a:pPr>
            <a:r>
              <a:t>Avg Pass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1700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100.0%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27889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12573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Item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 Low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 High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</a:tr>
              <a:tr h="125730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ADDP_ITEM_01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73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Auto Report summary table generated from columnbase data and reformatter specs.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Score Board - Index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43000" cy="4572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04088"/>
            <a:ext cx="9509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Arial"/>
              </a:defRPr>
            </a:pPr>
            <a:r>
              <a:t>Wafer-level pass score by ADDP/reformatted index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11201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350"/>
                <a:gridCol w="2800350"/>
                <a:gridCol w="2800350"/>
                <a:gridCol w="2800350"/>
              </a:tblGrid>
              <a:tr h="22402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Index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W01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W02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W03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ADDP_ITEM_01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4360" y="5806440"/>
            <a:ext cx="228600" cy="164592"/>
          </a:xfrm>
          <a:prstGeom prst="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5742432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&gt;=95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5806440"/>
            <a:ext cx="228600" cy="164592"/>
          </a:xfrm>
          <a:prstGeom prst="rect">
            <a:avLst/>
          </a:prstGeom>
          <a:solidFill>
            <a:srgbClr val="FEF9C3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5742432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80-94.9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5806440"/>
            <a:ext cx="228600" cy="164592"/>
          </a:xfrm>
          <a:prstGeom prst="rect">
            <a:avLst/>
          </a:prstGeom>
          <a:solidFill>
            <a:srgbClr val="FEE2E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5742432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&lt;80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Index 1 example uses per-wafer pass rate against reformatter spec limits.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Score Board - Index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43000" cy="4572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04088"/>
            <a:ext cx="9509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Arial"/>
              </a:defRPr>
            </a:pPr>
            <a:r>
              <a:t>Wafer-level median value by ADDP/reformatted index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11201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350"/>
                <a:gridCol w="2800350"/>
                <a:gridCol w="2800350"/>
                <a:gridCol w="2800350"/>
              </a:tblGrid>
              <a:tr h="22402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Index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W01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W02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W03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ADDP_ITEM_01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72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4360" y="5806440"/>
            <a:ext cx="228600" cy="164592"/>
          </a:xfrm>
          <a:prstGeom prst="rect">
            <a:avLst/>
          </a:prstGeom>
          <a:solidFill>
            <a:srgbClr val="DCFCE7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5742432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&gt;=95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5806440"/>
            <a:ext cx="228600" cy="164592"/>
          </a:xfrm>
          <a:prstGeom prst="rect">
            <a:avLst/>
          </a:prstGeom>
          <a:solidFill>
            <a:srgbClr val="FEF9C3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5742432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80-94.9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5806440"/>
            <a:ext cx="228600" cy="164592"/>
          </a:xfrm>
          <a:prstGeom prst="rect">
            <a:avLst/>
          </a:prstGeom>
          <a:solidFill>
            <a:srgbClr val="FEE2E2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5742432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&lt;80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Index 2 example uses per-wafer median values for the same report indexes.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1F33"/>
                </a:solidFill>
                <a:latin typeface="Arial"/>
              </a:defRPr>
            </a:pPr>
            <a:r>
              <a:t>Measurement Data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43000" cy="45720"/>
          </a:xfrm>
          <a:prstGeom prst="rect">
            <a:avLst/>
          </a:prstGeom>
          <a:solidFill>
            <a:srgbClr val="00A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04088"/>
            <a:ext cx="9509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Arial"/>
              </a:defRPr>
            </a:pPr>
            <a:r>
              <a:t>Rows are trimmed for mail package size control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1120140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175"/>
                <a:gridCol w="1400175"/>
                <a:gridCol w="1400175"/>
                <a:gridCol w="1400175"/>
                <a:gridCol w="1400175"/>
                <a:gridCol w="1400175"/>
                <a:gridCol w="1400175"/>
                <a:gridCol w="1400175"/>
              </a:tblGrid>
              <a:tr h="287767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fab_lot_id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wafer_id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step_id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tkout_time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eqp_id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CHIP_X_POS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CHIP_Y_POS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ADDP_ITEM_01</a:t>
                      </a:r>
                    </a:p>
                  </a:txBody>
                  <a:tcPr>
                    <a:solidFill>
                      <a:srgbClr val="0B1F33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61.5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7767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61.5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8776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LOT001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STEP001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2026-01-01 00:00:00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EQP_01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446520"/>
            <a:ext cx="11338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Arial"/>
              </a:defRPr>
            </a:pPr>
            <a:r>
              <a:t>Detailed raw data should remain in the source database; this deck keeps only mail-sized summary samples.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