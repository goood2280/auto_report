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VEHICLE_A Auto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574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CBD5E1"/>
                </a:solidFill>
                <a:latin typeface="Arial"/>
              </a:defRPr>
            </a:pPr>
            <a:r>
              <a:t>LOT001 | STEP001 | PRODUCT_NAME_A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440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5E7EB"/>
                </a:solidFill>
                <a:latin typeface="Arial"/>
              </a:defRPr>
            </a:pPr>
            <a:r>
              <a:t>2026-06-18 15:54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43000" cy="4572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04088"/>
            <a:ext cx="9509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Arial"/>
              </a:defRPr>
            </a:pPr>
            <a:r>
              <a:t>Lot LOT001 / Root LOT00 / Step STEP001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324612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Arial"/>
              </a:defRPr>
            </a:pPr>
            <a:r>
              <a:t>Measured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00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4612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Arial"/>
              </a:defRPr>
            </a:pPr>
            <a:r>
              <a:t>Wafers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1700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34440"/>
            <a:ext cx="324612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Arial"/>
              </a:defRPr>
            </a:pPr>
            <a:r>
              <a:t>Avg Pass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1700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100.0%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27889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12573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 Low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 High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ADDP_ITEM_01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Auto Report summary table generated from columnbase data and reformatter specs.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Measurement Data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43000" cy="4572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04088"/>
            <a:ext cx="9509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Arial"/>
              </a:defRPr>
            </a:pPr>
            <a:r>
              <a:t>Rows are trimmed for mail package size control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1120140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175"/>
                <a:gridCol w="1400175"/>
                <a:gridCol w="1400175"/>
                <a:gridCol w="1400175"/>
                <a:gridCol w="1400175"/>
                <a:gridCol w="1400175"/>
                <a:gridCol w="1400175"/>
                <a:gridCol w="1400175"/>
              </a:tblGrid>
              <a:tr h="28776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fab_lot_id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wafer_id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step_id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tkout_time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eqp_id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CHIP_X_POS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CHIP_Y_POS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ADDP_ITEM_01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61.5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61.5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Detailed raw data should remain in the source database; this deck keeps only mail-sized summary samples.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